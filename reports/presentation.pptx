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Supplier Non-Compliance</a:t>
            </a:r>
            <a:br/>
            <a:r>
              <a:t>Risk Prediction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AI Data Scientist Case Study — Qualifyze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Santiago Dominguez |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>
                <a:solidFill>
                  <a:srgbClr val="1654CC"/>
                </a:solidFill>
              </a:defRPr>
            </a:pPr>
            <a:r>
              <a:t>Supply chain risk management requires early warning signals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Qualifyze needs to assess supplier risk before issues occur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FDA inspects facilities and classifies outcomes: NAI → VAI → OAI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OAI (Official Action Indicated) = serious compliance failure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Only ~5% of inspections result in OAI — rare but high impact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Goal: predict which facilities will receive OAI on their next inspection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Data 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>
                <a:solidFill>
                  <a:srgbClr val="1654CC"/>
                </a:solidFill>
              </a:defRPr>
            </a:pPr>
            <a:r>
              <a:t>5 public FDA datasets integrated via FEI Number + entity matching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Inspection Classifications — 337K inspections with NAI/VAI/OAI outcomes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Citations — 277K regulatory violations (specific CFR codes)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Warning Letters — 3,608 formal enforcement notices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Enforcement/Recalls — 57K product recalls (Class I/II/III)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Published Form 483s — 1,973 inspection observation documents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End-to-End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1. Data Ingestion — API scraping + bulk downloads (automated scripts)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2. Entity Resolution — TF-IDF fuzzy matching (0.8 threshold)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3. Feature Engineering — 22 temporal features per inspection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4. Modeling — Logistic Regression + XGBoost (with hyperparameter tuning)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5. Interpretability — SHAP explanations for every prediction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6. Orchestration — Airflow DAGs for production automation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Feature Engineering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>
                <a:solidFill>
                  <a:srgbClr val="1654CC"/>
                </a:solidFill>
              </a:defRPr>
            </a:pPr>
            <a:r>
              <a:t>Predicting the future using only past information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Unit of analysis: one row per inspection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All features built from PRIOR history only (no data leakage)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Inspection history: n_prior_oai, pct_oai, days_since_last, trend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Citations: total count, unique CFR codes, max in single inspection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Warning letters: count, recency (via entity matching)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Enforcement: recall count, Class I recalls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Temporal split: train &lt; 2025, test ≥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Model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>
                <a:solidFill>
                  <a:srgbClr val="1654CC"/>
                </a:solidFill>
              </a:defRPr>
            </a:pPr>
            <a:r>
              <a:t>ROC-AUC = 0.87 | PR-AUC = 0.37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Logistic Regression (baseline):  ROC-AUC = 0.72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XGBoost (weighted):              ROC-AUC = 0.87  ← best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XGBoost (tuned):                 ROC-AUC = 0.87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XGBoost significantly outperforms linear model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Hyperparameter tuning: marginal improvement (defaults already strong)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Class imbalance handled via scale_pos_weight (not SMOTE)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</a:defRPr>
            </a:pPr>
            <a:r>
              <a:t>Model Comparison</a:t>
            </a:r>
          </a:p>
        </p:txBody>
      </p:sp>
      <p:pic>
        <p:nvPicPr>
          <p:cNvPr id="4" name="Picture 3" descr="fig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268353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54CC"/>
                </a:solidFill>
              </a:defRPr>
            </a:pPr>
            <a:r>
              <a:t>Left: ROC curve (overall discrimination). Right: PR curve (performance on the rare positive class).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Threshold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>
                <a:solidFill>
                  <a:srgbClr val="1654CC"/>
                </a:solidFill>
              </a:defRPr>
            </a:pPr>
            <a:r>
              <a:t>Optimized for supply chain risk screening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Model outputs probability → threshold converts to yes/no decision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At threshold for 80% recall: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We catch 4 out of 5 facilities that will get OAI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~6 false alarms per true alert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Why high recall: false negatives (missed risk) are more costly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than false positives (analyst reviews a safe supplier)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Threshold is configurable based on team review capacity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</a:defRPr>
            </a:pPr>
            <a:r>
              <a:t>Feature Importance (XGBoost)</a:t>
            </a:r>
          </a:p>
        </p:txBody>
      </p:sp>
      <p:pic>
        <p:nvPicPr>
          <p:cNvPr id="4" name="Picture 3" descr="fig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60501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54CC"/>
                </a:solidFill>
              </a:defRPr>
            </a:pPr>
            <a:r>
              <a:t>Dominant predictor: last inspection was OAI. Complementary signals from citations, recalls, and sector.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</a:defRPr>
            </a:pPr>
            <a:r>
              <a:t>SHAP — Global Explanation</a:t>
            </a:r>
          </a:p>
        </p:txBody>
      </p:sp>
      <p:pic>
        <p:nvPicPr>
          <p:cNvPr id="4" name="Picture 3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7146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54CC"/>
                </a:solidFill>
              </a:defRPr>
            </a:pPr>
            <a:r>
              <a:t>Each dot = one inspection. Red = high feature value. Position = impact on risk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A1A2E"/>
                </a:solidFill>
              </a:defRPr>
            </a:pPr>
            <a:r>
              <a:t>SHAP — Why We Flagged This Supplier</a:t>
            </a:r>
          </a:p>
        </p:txBody>
      </p:sp>
      <p:pic>
        <p:nvPicPr>
          <p:cNvPr id="4" name="Picture 3" descr="fig_shap_true_posi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7680960" cy="59678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4008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654CC"/>
                </a:solidFill>
              </a:defRPr>
            </a:pPr>
            <a:r>
              <a:t>Waterfall decomposition: each feature's contribution to this specific prediction.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Production &amp; MLOps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400">
                <a:solidFill>
                  <a:srgbClr val="1654CC"/>
                </a:solidFill>
              </a:defRPr>
            </a:pPr>
            <a:r>
              <a:t>4 Airflow DAGs + Docker Compose provided in repository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Airflow DAGs for orchestration: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Weekly data refresh (FDA APIs)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Feature pipeline (triggered after ingestion)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Monthly model retrain (champion/challenger)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Weekly batch scoring (risk tiers for all facilities)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Docker Compose for local development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Model drift monitoring: track score distribution weekly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800">
                <a:solidFill>
                  <a:srgbClr val="1A1A2E"/>
                </a:solidFill>
              </a:defRPr>
            </a:pPr>
            <a:r>
              <a:t>Limitations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Limitations: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Cannot predict first-time offenders (no prior history)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FDA database is not comprehensive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Entity matching ~34% coverage for warning letters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Next steps for improvement: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Integrate Qualifyze private audit data (biggest lift)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NLP on citation text (severity categorization)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Survival analysis (time-to-next-OAI)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</a:defRPr>
            </a:pPr>
            <a:r>
              <a:t>  • Active learning from analyst feedback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Key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56032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1. Public FDA data alone achieves ROC-AUC 0.87 for OAI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39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2. Every prediction is fully explainable (SHAP)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02336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3. The model is a screening tool — human always in the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4. Private audit data is where the real value multiplier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48640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FFFFFF"/>
                </a:solidFill>
              </a:defRPr>
            </a:pPr>
            <a:r>
              <a:t>5. Production-ready architecture with Airflow + drift monitoring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Questions &amp;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</a:defRPr>
            </a:pPr>
            <a:r>
              <a:t>github.com/santiago-dc/qualifyze-case-study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